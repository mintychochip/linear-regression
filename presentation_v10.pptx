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Brute-Force Linear Regression</a:t>
            </a:r>
            <a:br/>
            <a:r>
              <a:t>on Army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A800"/>
                </a:solidFill>
                <a:latin typeface="Calibri"/>
              </a:rPr>
              <a:t>Log-Scale Grid Search  |  No Calculus  |  No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Noah Gallego,  Gerardo Gomez,  Justin Lo,  Juancarlos Sandoval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ABB"/>
                </a:solidFill>
                <a:latin typeface="Calibri"/>
              </a:rPr>
              <a:t>CSUB  --  Computer Science &amp; Engineering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X  (predictor)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Height: 64 - 79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Y  (response)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Weight: 135 - 275 lbs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Training size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n =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7315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Goal:  y-hat = B * height + A      (minimise SSE)</a:t>
            </a:r>
          </a:p>
        </p:txBody>
      </p:sp>
      <p:pic>
        <p:nvPicPr>
          <p:cNvPr id="8" name="Picture 7" descr="plo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47472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Objective: Minimise 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SSE(B, A) = B^2*Sxx + A^2*n + Syy + 2BA*Sx - 2B*Sxy - 2A*Sy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Pre-compute 5 sums once  --&gt;  evaluate any (B, A) in O(1)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3200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 = SUM(xi)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 = SUM(yi)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Sxx = SUM(xi^2)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Sxy = SUM(xi*yi)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Syy = SUM(yi^2)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66666"/>
                </a:solidFill>
                <a:latin typeface="Calibri"/>
              </a:rPr>
              <a:t>No need to loop over 50 data points each time -- just plug B and A into this formula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Initial Search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B (slope) in [ -5,000 , +5,000 ]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A (intercept) in [ -100,000 , +100,000 ]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We don't know where the answer is -- that's the whole point of brute force.</a:t>
            </a:r>
            <a:br/>
            <a:r>
              <a:t>So we just pick ranges big enough that the answer is definitely inside.</a:t>
            </a:r>
            <a:br/>
            <a:br/>
            <a:r>
              <a:t>Could we use [-1,000,000, 1,000,000]?  Yes. It would just cost a few extra zooms.</a:t>
            </a:r>
            <a:br/>
            <a:r>
              <a:t>Each zoom shrinks the window 10x, so:</a:t>
            </a:r>
            <a:br/>
            <a:r>
              <a:t>  [-1M, 1M]  -&gt;  [-100K, 100K]  -&gt;  [-10K, 10K]  -&gt;  ...  -&gt;  [5.349, 5.359]</a:t>
            </a:r>
            <a:br/>
            <a:br/>
            <a:r>
              <a:t>A range 1,000,000x too wide only adds ~6 extra zooms (10^6 = 6 powers of 10).</a:t>
            </a:r>
            <a:br/>
            <a:r>
              <a:t>Bigger range = safer, and the cost is just a few more iterations.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Log-Zoom Grid Search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1389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Start with wide bounds:  B in [-5000, 5000],  A in [-100000, 100000]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0299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Place 200 test values per parameter, clustered near center of range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670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Try all 200 x 200 = 40,000 (B, A) pairs, keep the one with lowest SSE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2918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31012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Shrink window to 1/10th its size, centered on that winner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9319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9502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Repeat until B and A stop changing (&lt; 0.0005 between zooms)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onsolas"/>
              </a:rPr>
              <a:t>B range each zoom:  [-5000, 5000] -&gt; [-500, 500] -&gt; [-50, 50] -&gt; ... -&gt; [5.349, 5.359]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Why Logarithmic Spacing?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Linear:  ... -50,  0,  50,  100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Log:  ... -0.01, 0, 0.01, 0.1, 50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 across [-5000, 5000]</a:t>
            </a:r>
            <a:br/>
            <a:r>
              <a:t>Smallest gap = 50</a:t>
            </a:r>
            <a:br/>
            <a:r>
              <a:t>Can't tell 5.35 from 5.40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points, but gaps vary:</a:t>
            </a:r>
            <a:br/>
            <a:r>
              <a:t>0.01 apart near center,</a:t>
            </a:r>
            <a:br/>
            <a:r>
              <a:t>5000 apart near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How: pick 100 offsets spaced on a log scale from 0.000001 to 1.0</a:t>
            </a:r>
            <a:br/>
            <a:r>
              <a:t>Place points at  center + offset * half_range  and  center - offset * half_range</a:t>
            </a:r>
            <a:br/>
            <a:br/>
            <a:r>
              <a:t>Result: most points cluster tightly around the center, fewer spread out to the edges</a:t>
            </a:r>
            <a:br/>
            <a:r>
              <a:t>So we can find a needle (B ~ 5.354) in a haystack ([-5000, 5000]) on the first 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011680"/>
                <a:gridCol w="2011680"/>
                <a:gridCol w="2011680"/>
                <a:gridCol w="201168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Zoom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B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A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5.361336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-187.3817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31,360.61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5.355975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-187.1340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2.48e-01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-187.0018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1.88e-03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1.32e-01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1.42e-04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1.24e-05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1.33e-07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7.05e-06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Calibri"/>
              </a:rPr>
              <a:t>Both deltas &lt; 0.0005 at zoom 6  --&gt;  converged to 3 decimal places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Why 3 decimal places?  It's our choice -- we could keep zooming for 5, 10, or 20 decimals.</a:t>
            </a:r>
            <a:br/>
            <a:r>
              <a:t>The SSE surface has one true minimum (it's a parabola), so the zooms will always keep</a:t>
            </a:r>
            <a:br/>
            <a:r>
              <a:t>closing in on it. We stop at 3 because extra precision doesn't change the predicted weight</a:t>
            </a:r>
            <a:br/>
            <a:r>
              <a:t>by even 1 lb (B = 5.353 vs 5.354 changes a prediction by ~0.001 lbs).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Analytical vs. Numerical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B = (n*Sxy - Sx*Sy) / (n*Sxx - Sx^2)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A = (Sy - B*Sx) / 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Brute-Force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Analytical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Difference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plo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5486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855"/>
                </a:solidFill>
                <a:latin typeface="Calibri"/>
              </a:rPr>
              <a:t>Lines overlap -- both methods give the same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Test Set Predictions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18872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194560"/>
                <a:gridCol w="21945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Predicted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Actual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73.0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203.845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171.721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173.000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72.0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198.491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147.000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177.075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75.0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214.553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A800"/>
                          </a:solidFill>
                          <a:latin typeface="Calibri"/>
                        </a:rPr>
                        <a:t>SSE (predicted vs actual) = 19,704.226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73152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5A800"/>
                </a:solidFill>
                <a:latin typeface="Consolas"/>
              </a:rPr>
              <a:t>y-hat  =  5.354 * height  -  186.994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4688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487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Grid search finds the same answer as the analytical formula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1089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Log-spacing clusters points near the center, so we find B ~ 5.35 even in [-5000, 5000]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7490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7673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Each zoom shrinks the window 10x, so 6 zooms = 10^6 x finer than where we started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3891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07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Stops automatically when B and A stop changing to 3 decimal places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