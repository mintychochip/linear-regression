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0" y="356616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Weight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40,000 pairs tested per iteration -- no loops over 50 points each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in [ -5,000 , +5,000 ]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in [ -100,000 , +100,000 ]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Max possible slope:</a:t>
            </a:r>
            <a:br/>
            <a:r>
              <a:t>  (275-135) / (79-64) ~ 9.3</a:t>
            </a:r>
            <a:br/>
            <a:br/>
            <a:r>
              <a:t>True slope ~ 5.4</a:t>
            </a:r>
            <a:br/>
            <a:r>
              <a:t>Range is ~1000x wider than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Rough estimate:</a:t>
            </a:r>
            <a:br/>
            <a:r>
              <a:t>  A ~ mean(y) - B*mean(x)</a:t>
            </a:r>
            <a:br/>
            <a:r>
              <a:t>  A ~ 190 - 5*70 = -160</a:t>
            </a:r>
            <a:br/>
            <a:br/>
            <a:r>
              <a:t>Range is ~600x wider than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855"/>
                </a:solidFill>
                <a:latin typeface="Calibri"/>
              </a:rPr>
              <a:t>Deliberately oversized -- log-spacing + 10x zoom handles the overkill in 6 iterations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wide bounds for B and A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Build 200 log-spaced candidates per parameter (dense near center)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Evaluate all 200 x 200 = 40,000 pairs, keep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10x, re-center on best (B, A)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stable to 3 decimal places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800"/>
                </a:solidFill>
                <a:latin typeface="Calibri"/>
              </a:rPr>
              <a:t>Converges in 6 iterations  =  240,000 total evaluations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Step size = 50</a:t>
            </a:r>
            <a:br/>
            <a:r>
              <a:t>Can't tell 5.35 from 5.40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Points at EVERY scale</a:t>
            </a:r>
            <a:br/>
            <a:r>
              <a:t>Fine AND coarse in one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build_grid():</a:t>
            </a:r>
            <a:br/>
            <a:r>
              <a:t>  100 offsets from 0.000001 to 1.0  (log-spaced)</a:t>
            </a:r>
            <a:br/>
            <a:r>
              <a:t>  center + offset*span   AND   center - offset*span</a:t>
            </a:r>
            <a:br/>
            <a:r>
              <a:t>  = 200 points, symmetric, dense in the middle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6  --&gt;  converged to 3 decimal places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B = (n*Sxy - Sx*Sy) / (n*Sxx - Sx^2)        A = (Sy - B*Sx) / 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286000"/>
          <a:ext cx="9144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31,359.7396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0.000001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855"/>
                </a:solidFill>
                <a:latin typeface="Calibri"/>
              </a:rPr>
              <a:t>Grid search matches the exact OLS solution -- no calculus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19,704.39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recovers exact OLS solution (verified analytically)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= multi-scale resolution in one pass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10x zoom = exponential refinement, converges in 6 steps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Adaptive stopping at 3 decimal places of precision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