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Noah Gallego,  Gerardo Gomez,  Justin Lo,  Juancarlos Sandoval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Max possible slope:</a:t>
            </a:r>
            <a:br/>
            <a:r>
              <a:t>  (275-135) / (79-64) ~ 9.3</a:t>
            </a:r>
            <a:br/>
            <a:br/>
            <a:r>
              <a:t>True slope ~ 5.4</a:t>
            </a:r>
            <a:br/>
            <a:r>
              <a:t>Range is ~1000x wider than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Rough estimate:</a:t>
            </a:r>
            <a:br/>
            <a:r>
              <a:t>  A ~ mean(y) - B*mean(x)</a:t>
            </a:r>
            <a:br/>
            <a:r>
              <a:t>  A ~ 190 - 5*70 = -160</a:t>
            </a:r>
            <a:br/>
            <a:br/>
            <a:r>
              <a:t>Range is ~600x wider than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855"/>
                </a:solidFill>
                <a:latin typeface="Calibri"/>
              </a:rPr>
              <a:t>Wide on purpose: each zoom shrinks the window 10x,</a:t>
            </a:r>
            <a:br/>
            <a:r>
              <a:t>so even a range 1000x too big only needs ~3 extra zooms to narrow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Why 3 decimal places?  It's our choice -- we could keep zooming for 5, 10, or 20 decimals.</a:t>
            </a:r>
            <a:br/>
            <a:r>
              <a:t>The SSE surface has one true minimum (it's a parabola), so the zooms will always keep</a:t>
            </a:r>
            <a:br/>
            <a:r>
              <a:t>closing in on it. We stop at 3 because extra precision doesn't change the predicted weight</a:t>
            </a:r>
            <a:br/>
            <a:r>
              <a:t>by even 1 lb (B = 5.353 vs 5.354 changes a prediction by ~0.001 lbs).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both methods give the same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