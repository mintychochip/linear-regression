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Brute-Force Linear Regression</a:t>
            </a:r>
            <a:br/>
            <a:r>
              <a:t>on Army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A800"/>
                </a:solidFill>
                <a:latin typeface="Calibri"/>
              </a:rPr>
              <a:t>Log-Scale Grid Search  |  No Calculus  |  No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9AABB"/>
                </a:solidFill>
                <a:latin typeface="Calibri"/>
              </a:rPr>
              <a:t>CSUB  --  Computer Science &amp; Engineering  --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X  (predictor)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Height: 64 - 79 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59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Y  (response)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Weight: 135 - 275 lbs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91840" cy="822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666666"/>
                </a:solidFill>
                <a:latin typeface="Calibri"/>
              </a:rPr>
              <a:t>Training size</a:t>
            </a:r>
          </a:p>
          <a:p>
            <a:r>
              <a:rPr sz="1700" b="1">
                <a:solidFill>
                  <a:srgbClr val="002855"/>
                </a:solidFill>
                <a:latin typeface="Calibri"/>
              </a:rPr>
              <a:t>n =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560320"/>
            <a:ext cx="7315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Goal:  y-hat = B * height + A      (minimise SSE)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0" y="3566160"/>
          <a:ext cx="4572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Weight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Objective: Minimise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SSE(B, A) = B^2*Sxx + A^2*n + Syy + 2BA*Sx - 2B*Sxy - 2A*Sy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A2E"/>
                </a:solidFill>
                <a:latin typeface="Calibri"/>
              </a:rPr>
              <a:t>Pre-compute 5 sums once  --&gt;  evaluate any (B, A) in O(1)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0" y="32004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Sum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 = SUM(xi)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 = SUM(yi)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Sxx = SUM(xi^2)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Sxy = SUM(xi*yi)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Syy = SUM(yi^2)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66666"/>
                </a:solidFill>
                <a:latin typeface="Calibri"/>
              </a:rPr>
              <a:t>No need to loop over 50 data points each time -- just plug B and A into this formula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Initial Search Range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B in [ -5,000 , +5,000 ]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5A800"/>
                </a:solidFill>
                <a:latin typeface="Consolas"/>
              </a:rPr>
              <a:t>A in [ -100,000 , +100,000 ]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Max possible slope:</a:t>
            </a:r>
            <a:br/>
            <a:r>
              <a:t>  (275-135) / (79-64) ~ 9.3</a:t>
            </a:r>
            <a:br/>
            <a:br/>
            <a:r>
              <a:t>True slope ~ 5.4</a:t>
            </a:r>
            <a:br/>
            <a:r>
              <a:t>Range is ~1000x wider than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468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onsolas"/>
              </a:rPr>
              <a:t>Rough estimate:</a:t>
            </a:r>
            <a:br/>
            <a:r>
              <a:t>  A ~ mean(y) - B*mean(x)</a:t>
            </a:r>
            <a:br/>
            <a:r>
              <a:t>  A ~ 190 - 5*70 = -160</a:t>
            </a:r>
            <a:br/>
            <a:br/>
            <a:r>
              <a:t>Range is ~600x wider than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2855"/>
                </a:solidFill>
                <a:latin typeface="Calibri"/>
              </a:rPr>
              <a:t>Wide on purpose: each zoom shrinks the window 10x,</a:t>
            </a:r>
            <a:br/>
            <a:r>
              <a:t>so even a range 1000x too big only needs ~3 extra zooms to narrow 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Log-Zoom Grid Search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1389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Start with wide bounds:  B in [-5000, 5000],  A in [-100000, 100000]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0116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02996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Place 200 test values per parameter, clustered near center of range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26517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67004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Try all 200 x 200 = 40,000 (B, A) pairs, keep the one with lowest SSE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32918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310127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Shrink window to 1/10th its size, centered on that winner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39319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395020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Repeat until B and A stop changing (&lt; 0.0005 between zooms)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663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6666"/>
                </a:solidFill>
                <a:latin typeface="Consolas"/>
              </a:rPr>
              <a:t>B range each zoom:  [-5000, 5000] -&gt; [-500, 500] -&gt; [-50, 50] -&gt; ... -&gt; [5.349, 5.359]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Why Logarithmic Spacing?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Linear:  ... -50,  0,  50,  100 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29200" cy="54864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Log:  ... -0.01, 0, 0.01, 0.1, 50 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 across [-5000, 5000]</a:t>
            </a:r>
            <a:br/>
            <a:r>
              <a:t>Smallest gap = 50</a:t>
            </a:r>
            <a:br/>
            <a:r>
              <a:t>Can't tell 5.35 from 5.40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1A1A2E"/>
                </a:solidFill>
                <a:latin typeface="Calibri"/>
              </a:rPr>
              <a:t>200 points, but gaps vary:</a:t>
            </a:r>
            <a:br/>
            <a:r>
              <a:t>0.01 apart near center,</a:t>
            </a:r>
            <a:br/>
            <a:r>
              <a:t>5000 apart near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onsolas"/>
              </a:rPr>
              <a:t>How: pick 100 offsets spaced on a log scale from 0.000001 to 1.0</a:t>
            </a:r>
            <a:br/>
            <a:r>
              <a:t>Place points at  center + offset * half_range  and  center - offset * half_range</a:t>
            </a:r>
            <a:br/>
            <a:br/>
            <a:r>
              <a:t>Result: most points cluster tightly around the center, fewer spread out to the edges</a:t>
            </a:r>
            <a:br/>
            <a:r>
              <a:t>So we can find a needle (B ~ 5.354) in a haystack ([-5000, 5000]) on the first 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Convergence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424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2011680"/>
                <a:gridCol w="2011680"/>
                <a:gridCol w="2011680"/>
                <a:gridCol w="2011680"/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Zoom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B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Delta A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5.361336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-187.3817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31,360.61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5.355975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-187.1340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5.36e-03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2.48e-01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5.354092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-187.0018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1.88e-03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1.32e-01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1.42e-04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1.24e-05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8.70e-04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31,359.74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1.33e-07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7.05e-06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7D32"/>
                </a:solidFill>
                <a:latin typeface="Calibri"/>
              </a:rPr>
              <a:t>Both deltas &lt; 0.0005 at zoom 6  --&gt;  converged to 3 decimal places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Analytical vs. Numerical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64008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5A800"/>
                </a:solidFill>
                <a:latin typeface="Consolas"/>
              </a:rPr>
              <a:t>B = (n*Sxy - Sx*Sy) / (n*Sxx - Sx^2)        A = (Sy - B*Sx) / 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286000"/>
          <a:ext cx="9144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03120"/>
                <a:gridCol w="210312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Method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B (slope)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 (intercept)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SSE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Brute-Force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Analytical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5.353961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-186.9939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31,359.7396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Difference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0.000001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E7D32"/>
                          </a:solidFill>
                          <a:latin typeface="Consolas"/>
                        </a:rPr>
                        <a:t>0.0000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2855"/>
                </a:solidFill>
                <a:latin typeface="Calibri"/>
              </a:rPr>
              <a:t>Both methods give the same B, A, and SSE -- brute force 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Test Set Predictions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0" y="1188720"/>
          <a:ext cx="73152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194560"/>
                <a:gridCol w="2194560"/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#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Height (in)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Predicted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onsolas"/>
                        </a:rPr>
                        <a:t>Actual (lbs)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240.00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73.0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203.85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185.00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161.00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171.72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173.00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72.0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198.49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310.00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193.14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147.00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70.0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187.78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190.00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68.0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177.08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220.00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75.0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214.55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Consolas"/>
                        </a:rPr>
                        <a:t>215.00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1000">
                <a:tc gridSpan="4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5A800"/>
                          </a:solidFill>
                          <a:latin typeface="Calibri"/>
                        </a:rPr>
                        <a:t>SSE (predicted vs actual) = 19,704.39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2855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188720"/>
            <a:ext cx="7315200" cy="731520"/>
          </a:xfrm>
          <a:prstGeom prst="round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5A800"/>
                </a:solidFill>
                <a:latin typeface="Consolas"/>
              </a:rPr>
              <a:t>y-hat  =  5.354 * height  -  186.994</a:t>
            </a:r>
          </a:p>
        </p:txBody>
      </p:sp>
      <p:sp>
        <p:nvSpPr>
          <p:cNvPr id="5" name="Oval 4"/>
          <p:cNvSpPr/>
          <p:nvPr/>
        </p:nvSpPr>
        <p:spPr>
          <a:xfrm>
            <a:off x="1828800" y="246888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24871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Grid search finds the same answer as the analytical formula</a:t>
            </a:r>
          </a:p>
        </p:txBody>
      </p:sp>
      <p:sp>
        <p:nvSpPr>
          <p:cNvPr id="7" name="Oval 6"/>
          <p:cNvSpPr/>
          <p:nvPr/>
        </p:nvSpPr>
        <p:spPr>
          <a:xfrm>
            <a:off x="1828800" y="310896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312724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Log-spacing clusters points near the center, so we find B ~ 5.35 even in [-5000, 5000]</a:t>
            </a:r>
          </a:p>
        </p:txBody>
      </p:sp>
      <p:sp>
        <p:nvSpPr>
          <p:cNvPr id="9" name="Oval 8"/>
          <p:cNvSpPr/>
          <p:nvPr/>
        </p:nvSpPr>
        <p:spPr>
          <a:xfrm>
            <a:off x="1828800" y="3749039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3767327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Each zoom shrinks the window 10x, so 6 zooms = 10^6 x finer than where we started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4389120"/>
            <a:ext cx="365760" cy="365760"/>
          </a:xfrm>
          <a:prstGeom prst="ellipse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A800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Stops automatically when B and A stop changing to 3 decimal places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