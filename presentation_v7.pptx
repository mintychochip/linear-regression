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Noah Gallego,  Gerardo Gomez,  Justin Lo,  Juancarlos Sandoval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pic>
        <p:nvPicPr>
          <p:cNvPr id="8" name="Picture 7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7472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Max possible slope:</a:t>
            </a:r>
            <a:br/>
            <a:r>
              <a:t>  (275-135) / (79-64) ~ 9.3</a:t>
            </a:r>
            <a:br/>
            <a:br/>
            <a:r>
              <a:t>True slope ~ 5.4</a:t>
            </a:r>
            <a:br/>
            <a:r>
              <a:t>Range is ~1000x wider than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Rough estimate:</a:t>
            </a:r>
            <a:br/>
            <a:r>
              <a:t>  A ~ mean(y) - B*mean(x)</a:t>
            </a:r>
            <a:br/>
            <a:r>
              <a:t>  A ~ 190 - 5*70 = -160</a:t>
            </a:r>
            <a:br/>
            <a:br/>
            <a:r>
              <a:t>Range is ~600x wider than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855"/>
                </a:solidFill>
                <a:latin typeface="Calibri"/>
              </a:rPr>
              <a:t>Wide on purpose: each zoom shrinks the window 10x,</a:t>
            </a:r>
            <a:br/>
            <a:r>
              <a:t>so even a range 1000x too big only needs ~3 extra zooms to narrow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bounds:  B in [-5000, 5000],  A in [-100000, 100000]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200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200 x 200 = 40,000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[-5000, 5000] -&gt; [-500, 500]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 across [-5000, 5000]</a:t>
            </a:r>
            <a:br/>
            <a:r>
              <a:t>Smallest gap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points, but gaps vary:</a:t>
            </a:r>
            <a:br/>
            <a:r>
              <a:t>0.01 apart near center,</a:t>
            </a:r>
            <a:br/>
            <a:r>
              <a:t>5000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100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So we can find a needle (B ~ 5.354) in a haystack ([-5000, 5000]) on the first 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B = (n*Sxy - Sx*Sy) / (n*Sxx - Sx^2)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A = (Sy - B*Sx) / 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855"/>
                </a:solidFill>
                <a:latin typeface="Calibri"/>
              </a:rPr>
              <a:t>Lines overlap -- both methods give the same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6 zooms = 10^6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