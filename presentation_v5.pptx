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pic>
        <p:nvPicPr>
          <p:cNvPr id="8" name="Picture 7" descr="plo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7472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  <a:latin typeface="Calibri"/>
              </a:rPr>
              <a:t>No need to loop over 50 data points each time -- just plug B and A into this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Initial Search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B in [ -5,000 , +5,000 ]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A in [ -100,000 , +100,000 ]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Max possible slope:</a:t>
            </a:r>
            <a:br/>
            <a:r>
              <a:t>  (275-135) / (79-64) ~ 9.3</a:t>
            </a:r>
            <a:br/>
            <a:br/>
            <a:r>
              <a:t>True slope ~ 5.4</a:t>
            </a:r>
            <a:br/>
            <a:r>
              <a:t>Range is ~1000x wider than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Rough estimate:</a:t>
            </a:r>
            <a:br/>
            <a:r>
              <a:t>  A ~ mean(y) - B*mean(x)</a:t>
            </a:r>
            <a:br/>
            <a:r>
              <a:t>  A ~ 190 - 5*70 = -160</a:t>
            </a:r>
            <a:br/>
            <a:br/>
            <a:r>
              <a:t>Range is ~600x wider than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2855"/>
                </a:solidFill>
                <a:latin typeface="Calibri"/>
              </a:rPr>
              <a:t>Wide on purpose: each zoom shrinks the window 10x,</a:t>
            </a:r>
            <a:br/>
            <a:r>
              <a:t>so even a range 1000x too big only needs ~3 extra zooms to narrow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Start with wide bounds:  B in [-5000, 5000],  A in [-100000, 100000]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Place 200 test values per parameter, clustered near center of range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Try all 200 x 200 = 40,000 (B, A) pairs, keep the one with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to 1/10th its size, centered on that winner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stop changing (&lt; 0.0005 between zooms)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onsolas"/>
              </a:rPr>
              <a:t>B range each zoom:  [-5000, 5000] -&gt; [-500, 500] -&gt; [-50, 50] -&gt; ... -&gt; [5.349, 5.359]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-50,  0,  50,  100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-0.01, 0, 0.01, 0.1, 50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 across [-5000, 5000]</a:t>
            </a:r>
            <a:br/>
            <a:r>
              <a:t>Smallest gap = 50</a:t>
            </a:r>
            <a:br/>
            <a:r>
              <a:t>Can't tell 5.35 from 5.40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points, but gaps vary:</a:t>
            </a:r>
            <a:br/>
            <a:r>
              <a:t>0.01 apart near center,</a:t>
            </a:r>
            <a:br/>
            <a:r>
              <a:t>5000 apart near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How: pick 100 offsets spaced on a log scale from 0.000001 to 1.0</a:t>
            </a:r>
            <a:br/>
            <a:r>
              <a:t>Place points at  center + offset * half_range  and  center - offset * half_range</a:t>
            </a:r>
            <a:br/>
            <a:br/>
            <a:r>
              <a:t>Result: most points cluster tightly around the center, fewer spread out to the edges</a:t>
            </a:r>
            <a:br/>
            <a:r>
              <a:t>So we can find a needle (B ~ 5.354) in a haystack ([-5000, 5000]) on the first 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-187.3817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31,360.61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5.355975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-187.1340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2.48e-01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1.88e-03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1.42e-04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1.24e-05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1.33e-07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7.05e-06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6  --&gt;  converged to 3 decimal places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B = (n*Sxy - Sx*Sy) / (n*Sxx - Sx^2)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A = (Sy - B*Sx) / 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486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855"/>
                </a:solidFill>
                <a:latin typeface="Calibri"/>
              </a:rPr>
              <a:t>Lines overlap -- both methods give the same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19,704.226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finds the same answer as the analytical formula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clusters points near the center, so we find B ~ 5.35 even in [-5000, 5000]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Each zoom shrinks the window 10x, so 6 zooms = 10^6 x finer than where we started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Stops automatically when B and A stop changing to 3 decimal 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