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Brute-Force Linear Regression</a:t>
            </a:r>
            <a:br/>
            <a:r>
              <a:t>on Army Training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5A800"/>
                </a:solidFill>
                <a:latin typeface="Calibri"/>
              </a:rPr>
              <a:t>A Log-Scale Grid-Search Approach to Ordinary Least Squares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AABB"/>
                </a:solidFill>
                <a:latin typeface="Calibri"/>
              </a:rPr>
              <a:t>Department of Computer Science &amp; Engineering</a:t>
            </a:r>
            <a:br/>
            <a:r>
              <a:t>California State University, Bakersfield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5A800"/>
                </a:solidFill>
                <a:latin typeface="Calibri"/>
              </a:rPr>
              <a:t>CSUB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50 U.S. Army recruits measured during training.</a:t>
            </a:r>
            <a:br/>
            <a:r>
              <a:t>Each record has one predictor (height in inches) and one response (weight in lbs).</a:t>
            </a:r>
            <a:br/>
            <a:br/>
            <a:r>
              <a:t>Goal:  fit  y-hat = B*height + A  by minimising the Sum of Squared Errors (SSE) -- no calculus, no matrices, just brute-force search.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097280"/>
            <a:ext cx="41148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Predictor (X)</a:t>
            </a:r>
          </a:p>
          <a:p>
            <a:r>
              <a:rPr sz="1800" b="1">
                <a:solidFill>
                  <a:srgbClr val="002855"/>
                </a:solidFill>
                <a:latin typeface="Calibri"/>
              </a:rPr>
              <a:t>Height</a:t>
            </a:r>
          </a:p>
          <a:p>
            <a:r>
              <a:rPr sz="1200">
                <a:solidFill>
                  <a:srgbClr val="666666"/>
                </a:solidFill>
                <a:latin typeface="Calibri"/>
              </a:rPr>
              <a:t>64 - 79 inches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103120"/>
            <a:ext cx="41148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Response (Y)</a:t>
            </a:r>
          </a:p>
          <a:p>
            <a:r>
              <a:rPr sz="1800" b="1">
                <a:solidFill>
                  <a:srgbClr val="002855"/>
                </a:solidFill>
                <a:latin typeface="Calibri"/>
              </a:rPr>
              <a:t>Weight</a:t>
            </a:r>
          </a:p>
          <a:p>
            <a:r>
              <a:rPr sz="1200">
                <a:solidFill>
                  <a:srgbClr val="666666"/>
                </a:solidFill>
                <a:latin typeface="Calibri"/>
              </a:rPr>
              <a:t>135 - 275 lbs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108960"/>
            <a:ext cx="41148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Sample size</a:t>
            </a:r>
          </a:p>
          <a:p>
            <a:r>
              <a:rPr sz="1800" b="1">
                <a:solidFill>
                  <a:srgbClr val="002855"/>
                </a:solidFill>
                <a:latin typeface="Calibri"/>
              </a:rPr>
              <a:t>n = 50</a:t>
            </a:r>
          </a:p>
          <a:p>
            <a:r>
              <a:rPr sz="1200">
                <a:solidFill>
                  <a:srgbClr val="666666"/>
                </a:solidFill>
                <a:latin typeface="Calibri"/>
              </a:rPr>
              <a:t>Training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Sample rows from training data: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4114800"/>
          <a:ext cx="3200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2235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Height (in)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Weight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68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160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66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175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69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175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Consolas"/>
                        </a:rPr>
                        <a:t>211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The Objective: Minimise 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For a line  y-hat = B*x + A,  the Sum of Squared Errors is:</a:t>
            </a:r>
            <a:br/>
            <a:br/>
            <a:r>
              <a:t>    SSE(B, A)  =  SUM[ (B*xi + A - yi)^2 ]   for all training points</a:t>
            </a:r>
            <a:br/>
            <a:br/>
            <a:r>
              <a:t>Expanding this algebraically and pre-computing five sums gives an O(1) formula: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105156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SSE(B, A) = B^2*Sxx + A^2*n + Syy + 2BA*Sx - 2B*Sxy - 2A*Sy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Where:</a:t>
            </a:r>
            <a:br/>
            <a:r>
              <a:t>    Sx  = SUM(xi)           = sum of all heights</a:t>
            </a:r>
            <a:br/>
            <a:r>
              <a:t>    Sy  = SUM(yi)           = sum of all weights</a:t>
            </a:r>
            <a:br/>
            <a:r>
              <a:t>    Sxx = SUM(xi^2)         = sum of squared heights</a:t>
            </a:r>
            <a:br/>
            <a:r>
              <a:t>    Syy = SUM(yi^2)         = sum of squared weights</a:t>
            </a:r>
            <a:br/>
            <a:r>
              <a:t>    Sxy = SUM(xi * yi)      = sum of height*weight products</a:t>
            </a:r>
            <a:br/>
            <a:br/>
            <a:r>
              <a:t>These five values are computed once. After that, testing any (B, A) pair costs</a:t>
            </a:r>
            <a:br/>
            <a:r>
              <a:t>just a few multiplications -- no looping over 50 points each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Choosing the Initial Search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Before searching, we need bounds for B (slope) and A (intercept).</a:t>
            </a:r>
            <a:br/>
            <a:r>
              <a:t>We deliberately choose very wide ranges so the true answer is guaranteed to be inside: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0292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B (slope)  in  [ -5,000 ,  +5,000 ]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Reasoning:  Height is 64-79 in, weight is 135-275 lbs.</a:t>
            </a:r>
            <a:br/>
            <a:r>
              <a:t>The steepest possible slope would be:</a:t>
            </a:r>
            <a:br/>
            <a:r>
              <a:t>    (275 - 135) / (79 - 64) = 140/15 ~ 9.3 lbs/in</a:t>
            </a:r>
            <a:br/>
            <a:br/>
            <a:r>
              <a:t>So the true slope is surely between -10 and +10.</a:t>
            </a:r>
            <a:br/>
            <a:r>
              <a:t>We use [-5000, +5000] to be absurdly conservative</a:t>
            </a:r>
            <a:br/>
            <a:r>
              <a:t>-- the log-spacing handles the overkill gracefully.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50292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A (intercept)  in  [ -100,000 ,  +100,000 ]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926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Reasoning:  The intercept is the predicted weight</a:t>
            </a:r>
            <a:br/>
            <a:r>
              <a:t>at height = 0 (extrapolation far outside our data).</a:t>
            </a:r>
            <a:br/>
            <a:br/>
            <a:r>
              <a:t>With a slope around 5 and heights around 70:</a:t>
            </a:r>
            <a:br/>
            <a:r>
              <a:t>    A ~ mean(y) - B*mean(x) ~ 190 - 5*70 = -160</a:t>
            </a:r>
            <a:br/>
            <a:br/>
            <a:r>
              <a:t>We use [-100000, +100000] so there's no chance</a:t>
            </a:r>
            <a:br/>
            <a:r>
              <a:t>of missing it, even with a wildly wrong slope guess.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Key point: the ranges don't need to be tight. Log-spacing concentrates grid points</a:t>
            </a:r>
            <a:br/>
            <a:r>
              <a:t>at many scales, and the 10x zoom shrinks the window rapidly. Even starting 1000x too wide,</a:t>
            </a:r>
            <a:br/>
            <a:r>
              <a:t>we converge in just 6 iterations.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Methodology: Log-Zoom Grid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Instead of using calculus to find the minimum, we search for it by trying many (B, A) combinations.</a:t>
            </a:r>
            <a:br/>
            <a:r>
              <a:t>The trick is HOW we space those candidates and how we refine the search.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11680"/>
            <a:ext cx="411480" cy="41148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A800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993392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2855"/>
                </a:solidFill>
                <a:latin typeface="Calibri"/>
              </a:rPr>
              <a:t>Wide initial bounds --  </a:t>
            </a:r>
            <a:r>
              <a:rPr sz="1500">
                <a:solidFill>
                  <a:srgbClr val="1A1A2E"/>
                </a:solidFill>
                <a:latin typeface="Calibri"/>
              </a:rPr>
              <a:t>Start with B in [-5000, 5000] and A in [-100000, 100000].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880360"/>
            <a:ext cx="411480" cy="41148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A80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62072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2855"/>
                </a:solidFill>
                <a:latin typeface="Calibri"/>
              </a:rPr>
              <a:t>Log-spaced grid (not linear) --  </a:t>
            </a:r>
            <a:r>
              <a:rPr sz="1500">
                <a:solidFill>
                  <a:srgbClr val="1A1A2E"/>
                </a:solidFill>
                <a:latin typeface="Calibri"/>
              </a:rPr>
              <a:t>Generate 200 candidate values per parameter using logarithmic spacing. This clusters points densely near the center and sparsely near the edges.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749039"/>
            <a:ext cx="411480" cy="41148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A800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30751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2855"/>
                </a:solidFill>
                <a:latin typeface="Calibri"/>
              </a:rPr>
              <a:t>Evaluate all pairs --  </a:t>
            </a:r>
            <a:r>
              <a:rPr sz="1500">
                <a:solidFill>
                  <a:srgbClr val="1A1A2E"/>
                </a:solidFill>
                <a:latin typeface="Calibri"/>
              </a:rPr>
              <a:t>Test all 200 x 200 = 40,000 (B, A) combinations using the O(1) SSE formula. Keep the best.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617720"/>
            <a:ext cx="411480" cy="41148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A800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599432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2855"/>
                </a:solidFill>
                <a:latin typeface="Calibri"/>
              </a:rPr>
              <a:t>Zoom in 10x --  </a:t>
            </a:r>
            <a:r>
              <a:rPr sz="1500">
                <a:solidFill>
                  <a:srgbClr val="1A1A2E"/>
                </a:solidFill>
                <a:latin typeface="Calibri"/>
              </a:rPr>
              <a:t>Shrink the search window to 1/10th its size, centered on the best (B, A). Combined with log-spacing, this gives exponentially finer resolution each iteration.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486400"/>
            <a:ext cx="411480" cy="41148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A800"/>
                </a:solidFill>
                <a:latin typeface="Calibri"/>
              </a:rPr>
              <a:t>~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468112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2855"/>
                </a:solidFill>
                <a:latin typeface="Calibri"/>
              </a:rPr>
              <a:t>Converge --  </a:t>
            </a:r>
            <a:r>
              <a:rPr sz="1500">
                <a:solidFill>
                  <a:srgbClr val="1A1A2E"/>
                </a:solidFill>
                <a:latin typeface="Calibri"/>
              </a:rPr>
              <a:t>Stop when both B and A change by less than 0.0005 between iterations (~3 decimal places stable).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Why Logarithmic Spacing?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The key insight: when searching a huge range, linear spacing wastes points.</a:t>
            </a:r>
            <a:br/>
            <a:br/>
            <a:r>
              <a:t>Linear spacing of 200 points across [-5000, 5000] gives a step of 50.</a:t>
            </a:r>
            <a:br/>
            <a:r>
              <a:t>That means you can't distinguish B=5.35 from B=5.40 on the first pass.</a:t>
            </a:r>
            <a:br/>
            <a:br/>
            <a:r>
              <a:t>Log spacing puts points at offsets like 0.000001, 0.00001, 0.0001, ... 0.1, 1.0 of the half-range.</a:t>
            </a:r>
            <a:br/>
            <a:r>
              <a:t>So the grid has some points only 0.01 apart AND some points 5000 apart -- all in one pass.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Linear:  ...  -50,  0,  50,  100  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47472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Log:  ...  -0.01,  0,  0.01,  0.1,  1,  50 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How build_grid() works:</a:t>
            </a:r>
            <a:br/>
            <a:r>
              <a:t>  1. Generate 100 log-spaced offsets from 0.000001 to 1.0</a:t>
            </a:r>
            <a:br/>
            <a:r>
              <a:t>  2. For each offset v, create two candidates: center + v*span  and  center - v*span</a:t>
            </a:r>
            <a:br/>
            <a:r>
              <a:t>  3. This gives 200 points, symmetric around the center, dense in the middle</a:t>
            </a:r>
            <a:br/>
            <a:br/>
            <a:r>
              <a:t>Combined with the 10x zoom: after each iteration the window shrinks, so the log-spaced</a:t>
            </a:r>
            <a:br/>
            <a:r>
              <a:t>points now cover a much smaller range with the same density pattern -- exponential refinement.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Convergence: Iteration by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The algorithm converges in 6 zoom iterations (240,000 total (B, A) evaluations).</a:t>
            </a:r>
            <a:br/>
            <a:r>
              <a:t>Convergence = both B and A stable to 3 decimal places (delta &lt; 0.0005):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424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2011680"/>
                <a:gridCol w="2011680"/>
                <a:gridCol w="2011680"/>
                <a:gridCol w="2011680"/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nsolas"/>
                        </a:rPr>
                        <a:t>Zoom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nsolas"/>
                        </a:rPr>
                        <a:t>Delta B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nsolas"/>
                        </a:rPr>
                        <a:t>Delta A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5.361336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-187.3817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31,360.61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5.355975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-187.1340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5.36e-03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2.48e-01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5.354092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-187.0018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1.88e-03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1.32e-01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5.353950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-186.9931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1.42e-04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8.70e-03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5.353962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-186.9940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1.24e-05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8.70e-04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5.353962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-186.9940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1.33e-07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7.05e-06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463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Zoom 1: Within 0.15% of true slope on the very first pass (from a [-5000, 5000] range!).</a:t>
            </a:r>
            <a:br/>
            <a:r>
              <a:t>Zoom 2-3: Intercept refines from -187.38 to -187.00 as window shrinks 100x.</a:t>
            </a:r>
            <a:br/>
            <a:r>
              <a:t>Zoom 4: Both parameters within 3 decimal places. Delta A = 0.0087.</a:t>
            </a:r>
            <a:br/>
            <a:r>
              <a:t>Zoom 5: Delta A = 0.00087 -- just barely above tolerance. One more needed.</a:t>
            </a:r>
            <a:br/>
            <a:r>
              <a:t>Zoom 6: Both deltas &lt; 0.0005 -- converged. B = 5.354, A = -186.994.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Analytical vs. Numerical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The closed-form OLS formulas give the mathematically exact answer: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15600" cy="91440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5A800"/>
                </a:solidFill>
                <a:latin typeface="Consolas"/>
              </a:rPr>
              <a:t>B = (n*Sxy - Sx*Sy) / (n*Sxx - Sx^2)        A = (Sy - B*Sx) / 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Comparison of brute-force grid search vs. analytical closed-form solution: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3657600"/>
          <a:ext cx="9144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03120"/>
                <a:gridCol w="210312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nsolas"/>
                        </a:rPr>
                        <a:t>Method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Brute-Force (6 zooms)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5.353962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-186.9940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31,359.7396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Analytical (exact)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5.353961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-186.9939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31,359.7396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Difference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0.000001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0.0001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0.0000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The brute-force search matches the analytical solution to 3+ decimal places.</a:t>
            </a:r>
            <a:br/>
            <a:r>
              <a:t>This confirms that log-zoom grid search correctly recovers the OLS minimum -- without any calculus.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Predictions on Test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Applying the fitted model to 10 unseen test heights: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0" y="164592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nsolas"/>
                        </a:rPr>
                        <a:t>#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nsolas"/>
                        </a:rPr>
                        <a:t>Height (in)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nsolas"/>
                        </a:rPr>
                        <a:t>Predicted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nsolas"/>
                        </a:rPr>
                        <a:t>Actual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193.14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240.00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73.0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203.85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185.00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65.0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161.01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161.00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187.78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215.00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67.0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171.72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173.00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72.0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198.49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310.00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193.14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147.00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187.78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190.00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68.0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177.08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220.00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75.0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214.55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onsolas"/>
                        </a:rPr>
                        <a:t>215.00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 gridSpan="4"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5A800"/>
                          </a:solidFill>
                          <a:latin typeface="Calibri"/>
                        </a:rPr>
                        <a:t>SSE (predicted vs actual) = 19,704.39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188720"/>
            <a:ext cx="91440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5A800"/>
                </a:solidFill>
                <a:latin typeface="Consolas"/>
              </a:rPr>
              <a:t>y-hat  =  5.354 * height  -  186.994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286000"/>
            <a:ext cx="320040" cy="320040"/>
          </a:xfrm>
          <a:prstGeom prst="ellipse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2855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67712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Brute-force grid search recovered the exact OLS solution -- confirmed by comparing against the closed-form analytical answer (B, A, and SSE all match to 3+ decimal places).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090672"/>
            <a:ext cx="320040" cy="320040"/>
          </a:xfrm>
          <a:prstGeom prst="ellipse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2855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72384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Logarithmic spacing provides multi-scale resolution: a 200-point grid effectively searches at precisions from 0.01 to 5000 in a single pass.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895344"/>
            <a:ext cx="320040" cy="320040"/>
          </a:xfrm>
          <a:prstGeom prst="ellipse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2855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77056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10x zoom shrinkage is the convergence engine: each iteration reduces the search window by an order of magnitude, giving exponential refinement in just 6 steps.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700016"/>
            <a:ext cx="320040" cy="320040"/>
          </a:xfrm>
          <a:prstGeom prst="ellipse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2855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68172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Convergence is adaptive: the algorithm stops when parameters stabilise to 3 decimal places, not after a fixed iteration count.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504688"/>
            <a:ext cx="320040" cy="320040"/>
          </a:xfrm>
          <a:prstGeom prst="ellipse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2855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The model generalises to the test set (n=10), with SSE = 19,704.39 against actual weights.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