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2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Noah Gallego,  Gerardo Gomez,  Justin Lo,  Juancarlos Sandoval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pic>
        <p:nvPicPr>
          <p:cNvPr id="8" name="Picture 7" descr="plo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3474720"/>
            <a:ext cx="7315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9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(slope)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(intercept)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t>Each </a:t>
            </a:r>
            <a:r>
              <a:rPr dirty="0"/>
              <a:t>zoom shrinks the window 10x, so:</a:t>
            </a:r>
            <a:br>
              <a:rPr dirty="0"/>
            </a:br>
            <a:r>
              <a:rPr dirty="0"/>
              <a:t>  [-5000, 5000]  -&gt;  [-500, 500]  -&gt;  [-50, 50]  -&gt;  [-5, 5]  (3 zooms to get reasonable)</a:t>
            </a:r>
            <a:br>
              <a:rPr dirty="0"/>
            </a:br>
            <a:r>
              <a:rPr dirty="0"/>
              <a:t>Going 1000x too wide only costs 3 extra zooms. Safer to overshoot than to miss.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66666"/>
                </a:solidFill>
                <a:latin typeface="Calibri"/>
              </a:rPr>
              <a:t>Why 3 decimal places?  It's our choice -- we could keep zooming for 5, 10, or 20 decimals.</a:t>
            </a:r>
            <a:br/>
            <a:r>
              <a:t>The SSE surface has one true minimum (it's a parabola), so the zooms will always keep</a:t>
            </a:r>
            <a:br/>
            <a:r>
              <a:t>closing in on it. We stop at 3 because extra precision doesn't change the predicted weight</a:t>
            </a:r>
            <a:br/>
            <a:r>
              <a:t>by even 1 lb (B = 5.353 vs 5.354 changes a prediction by ~0.001 lbs).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B = (n*Sxy - Sx*Sy) / (n*Sxx - Sx^2)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18872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5A800"/>
                </a:solidFill>
                <a:latin typeface="Consolas"/>
              </a:rPr>
              <a:t>A = (Sy - B*Sx) / 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10312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plo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3120"/>
            <a:ext cx="548640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855"/>
                </a:solidFill>
                <a:latin typeface="Calibri"/>
              </a:rPr>
              <a:t>Lines overlap -- both methods give the same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19,704.226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878</Words>
  <Application>Microsoft Office PowerPoint</Application>
  <PresentationFormat>Widescreen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Lo</cp:lastModifiedBy>
  <cp:revision>2</cp:revision>
  <dcterms:created xsi:type="dcterms:W3CDTF">2013-01-27T09:14:16Z</dcterms:created>
  <dcterms:modified xsi:type="dcterms:W3CDTF">2026-03-18T20:03:29Z</dcterms:modified>
  <cp:category/>
</cp:coreProperties>
</file>